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notes"/>
          <p:cNvSpPr txBox="1"/>
          <p:nvPr/>
        </p:nvSpPr>
        <p:spPr>
          <a:xfrm>
            <a:off x="400000" y="400000"/>
            <a:ext cx="8000000" cy="40000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PROOFESTRA_PPTX_NOTES_OPTIONAL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Image" Type="http://schemas.openxmlformats.org/officeDocument/2006/relationships/image" Target="../media/blue-fixture.png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Fixture 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slide1"/>
          <p:cNvSpPr txBox="1"/>
          <p:nvPr/>
        </p:nvSpPr>
        <p:spPr>
          <a:xfrm>
            <a:off x="400000" y="400000"/>
            <a:ext cx="8000000" cy="40000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PROOFESTRA_PPTX_SLIDE_ONE_ORCHID_42</a:t>
            </a:r>
            <a:endParaRPr lang="en-US"/>
          </a:p>
          <a:p>
            <a:r>
              <a:rPr lang="en-US" sz="2200"/>
              <a:t>สวัสดี สไลด์ทดสอบภาษาไทย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Fixture 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slide2"/>
          <p:cNvSpPr txBox="1"/>
          <p:nvPr/>
        </p:nvSpPr>
        <p:spPr>
          <a:xfrm>
            <a:off x="400000" y="400000"/>
            <a:ext cx="8000000" cy="40000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PROOFESTRA_PPTX_SLIDE_TWO_BLUE_17</a:t>
            </a:r>
            <a:endParaRPr lang="en-US"/>
          </a:p>
          <a:p>
            <a:r>
              <a:rPr lang="en-US" sz="2200"/>
              <a:t>Second slide content, without executable elements.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ofestra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